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4864" cy="32004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E8EAF0"/>
                </a:solidFill>
              </a:rPr>
              <a:t>🛡️ MuleNet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55C6E"/>
                </a:solidFill>
              </a:rPr>
              <a:t>AI-Powered Mule Account &amp; Fraud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9E75"/>
                </a:solidFill>
              </a:rPr>
              <a:t>BOI Hackathon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C6E"/>
                </a:solidFill>
              </a:rPr>
              <a:t>Team: Atika  |  Mahum Siddiqui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2286000" cy="4572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646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AF0"/>
                </a:solidFill>
              </a:rPr>
              <a:t>Problem Statement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B4A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0"/>
                </a:solidFill>
              </a:rPr>
              <a:t>Mule Accounts are Destroying India's Banking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146304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8EAF0"/>
                </a:solidFill>
              </a:rPr>
              <a:t>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4B4A"/>
                </a:solidFill>
              </a:rPr>
              <a:t>₹10,000+ Crore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C6E"/>
                </a:solidFill>
              </a:rPr>
              <a:t>lost to mule account fraud annually in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146304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8EAF0"/>
                </a:solidFill>
              </a:rPr>
              <a:t>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4B4A"/>
                </a:solidFill>
              </a:rPr>
              <a:t>1 in 5 Banks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4688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C6E"/>
                </a:solidFill>
              </a:rPr>
              <a:t>unable to detect mule networks in 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03520" cy="146304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8EAF0"/>
                </a:solidFill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4B4A"/>
                </a:solidFill>
              </a:rPr>
              <a:t>72+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C6E"/>
                </a:solidFill>
              </a:rPr>
              <a:t>average time to detect and block fraud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303520" cy="146304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8EAF0"/>
                </a:solidFill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4B4A"/>
                </a:solidFill>
              </a:rPr>
              <a:t>Chain Transfers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97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C6E"/>
                </a:solidFill>
              </a:rPr>
              <a:t>criminals use innocent accounts to hide 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AF0"/>
                </a:solidFill>
              </a:rPr>
              <a:t>MuleNet AI — Real-Time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566160" cy="164592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</a:rPr>
              <a:t>🤖 AI/ML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C6E"/>
                </a:solidFill>
              </a:rPr>
              <a:t>Random Forest trained on transaction patterns with 82%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37360"/>
            <a:ext cx="3566160" cy="164592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</a:rPr>
              <a:t>📊 Graph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C6E"/>
                </a:solidFill>
              </a:rPr>
              <a:t>Detects chain, star &amp; round-trip mule networks instantly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3566160" cy="164592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</a:rPr>
              <a:t>⚡ Real-Time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C6E"/>
                </a:solidFill>
              </a:rPr>
              <a:t>Flask backend processes transactions in milliseconds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3566160" cy="164592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</a:rPr>
              <a:t>🖥️ Live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C6E"/>
                </a:solidFill>
              </a:rPr>
              <a:t>React dashboard with live alerts, charts &amp; case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57600"/>
            <a:ext cx="3566160" cy="164592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</a:rPr>
              <a:t>🔗 Multi-Channel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C6E"/>
                </a:solidFill>
              </a:rPr>
              <a:t>UPI, NEFT, IMPS, RTGS — all channels monitored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657600"/>
            <a:ext cx="3566160" cy="164592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9E75"/>
                </a:solidFill>
              </a:rPr>
              <a:t>🚨 Auto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C6E"/>
                </a:solidFill>
              </a:rPr>
              <a:t>One-click account blocking with SAR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8ADD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F0"/>
                </a:solidFill>
              </a:rPr>
              <a:t>How MuleNet AI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920240" cy="22860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</a:rPr>
              <a:t>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78ADD"/>
                </a:solidFill>
              </a:rPr>
              <a:t>Data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C6E"/>
                </a:solidFill>
              </a:rPr>
              <a:t>UPI/NEFT/IMPS
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C6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828800"/>
            <a:ext cx="1920240" cy="22860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9F27"/>
                </a:solidFill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C6E"/>
                </a:solidFill>
              </a:rPr>
              <a:t>Python Backend
Flask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C6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828800"/>
            <a:ext cx="1920240" cy="22860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24B4A"/>
                </a:solidFill>
              </a:rPr>
              <a:t>AI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C6E"/>
                </a:solidFill>
              </a:rPr>
              <a:t>Random Forest
82%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C6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828800"/>
            <a:ext cx="1920240" cy="22860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</a:rP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C6E"/>
                </a:solidFill>
              </a:rPr>
              <a:t>Graph Network
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C6E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828800"/>
            <a:ext cx="1920240" cy="22860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</a:rPr>
              <a:t>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24B4A"/>
                </a:solidFill>
              </a:rPr>
              <a:t>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C6E"/>
                </a:solidFill>
              </a:rPr>
              <a:t>Dashboard
Live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72000"/>
            <a:ext cx="10972800" cy="73152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D9E75"/>
                </a:solidFill>
              </a:rPr>
              <a:t>🔄  Real-time processing  |  📡  Live data ingestion  |  🔒  Secure API  |  📱  Multi-channel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9F27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AF0"/>
                </a:solidFill>
              </a:rPr>
              <a:t>See MuleNet AI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EAF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F0"/>
                </a:solidFill>
              </a:rPr>
              <a:t>Real-time transaction feed coming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EAF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F0"/>
                </a:solidFill>
              </a:rPr>
              <a:t>AI model scores each transaction instantly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39"/>
            <a:ext cx="457200" cy="4572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EAF0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5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F0"/>
                </a:solidFill>
              </a:rPr>
              <a:t>High risk accounts flagged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79"/>
            <a:ext cx="457200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EAF0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79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F0"/>
                </a:solidFill>
              </a:rPr>
              <a:t>Graph shows mule network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EAF0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F0"/>
                </a:solidFill>
              </a:rPr>
              <a:t>One click to block suspicious account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645920"/>
            <a:ext cx="3017520" cy="41148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560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D9E75"/>
                </a:solidFill>
              </a:rPr>
              <a:t>🖥️ LIVE
DASHBOARD
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AF0"/>
                </a:solidFill>
              </a:rPr>
              <a:t>What MuleNet AI Achieves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468880" cy="18288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24B4A"/>
                </a:solidFill>
              </a:rPr>
              <a:t>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C6E"/>
                </a:solidFill>
              </a:rPr>
              <a:t>Model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468880" cy="18288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78ADD"/>
                </a:solidFill>
              </a:rPr>
              <a:t>&lt;1sec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C6E"/>
                </a:solidFill>
              </a:rPr>
              <a:t>Detection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468880" cy="18288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F9F27"/>
                </a:solidFill>
              </a:rPr>
              <a:t>65+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C6E"/>
                </a:solidFill>
              </a:rPr>
              <a:t>Alerts Generated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468880" cy="182880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24B4A"/>
                </a:solidFill>
              </a:rPr>
              <a:t>₹4.5L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C6E"/>
                </a:solidFill>
              </a:rPr>
              <a:t>Risk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✅ Real-time mule account detection across all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✅ Graph-based network analysis to catch entire fraud chains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✅ Automated alerts reduce manual investigation time by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✅ Scalable to ingest govt cyber fraud alerts &amp; regulatory feeds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0972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E8EAF0"/>
                </a:solidFill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8EAF0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C6E"/>
                </a:solidFill>
              </a:rPr>
              <a:t>MuleNet AI — Protecting India's Banking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114800"/>
            <a:ext cx="5788152" cy="548640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133087"/>
            <a:ext cx="5788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D9E75"/>
                </a:solidFill>
              </a:rPr>
              <a:t>Team: Atika  |  Mahum Siddiqui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C6E"/>
                </a:solidFill>
              </a:rPr>
              <a:t>BOI Hackathon 2024  •  Problem Statement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